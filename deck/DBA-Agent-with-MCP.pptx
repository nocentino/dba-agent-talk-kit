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0:00. Hook fast: everyone has seen agents write T-SQL. Today: an agent that can SEE your SQL Server, follows YOUR runbook, and is provably safe enough for prod conversations. 3 promises: understand agents+MCP, build 4 domain skills, leave with a guardrail architecture. Live demos with a real container environment you can clone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0:01. 30 seconds on bio, then set the map. Call out that Act 3 (highlighted) is the new material nobody has seen — the skills chapter that comes after the blog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0:03. This is the thesis from the blog post. A coding assistant writes T-SQL out of the box — that's table stakes. What it can't do is SEE a running instance. Everything in this hour is about giving it eyes (tools), judgment (skills), and limits (guardrails).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0:05. Demystify. Agent = LLM + tool definitions + a loop. No magic. The division of labor is the important part: the model picks tools; WE define the tool surface. That division is where all the control lives — foreshadow Act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0:07. MCP in one slide: USB for agent tools. The critical architectural fact for THIS audience is the bottom bar: credentials and SQL live in the server, not the model. The model sees tool names and JSON results, never a connection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0:09. Make it concrete before architecture. First two = DBA diagnostics against DMVs (custom server). Third = app data (DAB). Two different problems, two different servers —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0:10. The two-pattern story: app-tier access wants declarative config (DAB); ops visibility wants purpose-built tools. Tease: 'I tried to do the second one with the first one. Next slide is why that failed.'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0:12 checkpoint — should be wrapping Act 1. The design lesson: tools are curated queries, not raw table access. That curation is both a quality feature and a security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0:13. Point at each box. Whole thing is docker compose up. dba_monitor login has VIEW SERVER STATE only. Note the 'SELECT only' arrow — that is enforced in code, and we will read that code in Act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0:14. THE framing slide — this sentence is the talk. Repeat it verbatim at the close. Acts 2, 3, 4 are these layers bottom-up.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0:16. Walk the three parts left to right. The T-SQL is the part DBAs already know how to write — that's the comfort zone. The description is the new discipline,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0:18. This is prompt engineering that lives in code. If the agent picks the wrong tool in a demo today, the fix is almost always the description, not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Ops story: onboarding a new instance is a config edit, not a deployment. Segue to demo 1: 'enough slides — let's watch it work.'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0:21 (5 min). Seed script ran 60s ago. Fresh chat. Narrate the tool call expanding. LAND the guardrail moment: 'It drafted the KILL. I decide. Hold that thought for Act 4.' Reset script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0:26. Fast recap slide, 60 seconds. The 4-step pipeline is the mental model attendees take home. Then straight into demo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0:27 (4 min). Load has been running since before the talk. Wins to narrate: benign-wait filter (FRK heritage) keeps the noise out; ASYNC_NETWORK_IO correctly pushed to the app tier. Segue: 'It did well. But notice it decided HOW to investigate. What if I want it to investigate MY way, every time?' — Act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0:31. Act 3 = the new material. 17 minutes budgeted. Story: same tools + written judgment = your SRE.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0:32. The gap between capable and trustworthy is written judgment. Punchline: you already possess all of this — the skill file is just the act of writing it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0:34. Six parts, and the order matters: persona and triggers frame everything; boundaries come last so they're freshest. In Copilot these live as .instructions.md files — next slide is the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0:36. The portability point lands hard with ops people: the investment is in writing the SOP, and that asset is client-agnostic. Now: first domain,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0:37. Don't read the table — point at ONE row (VLF &gt; 1,000) and say 'that's my scar tissue, written down.' Then demo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0:39 (5 min). Clusterless AG across the two containers. Suspend seeded just before. Watch for: primary-first ordering, thresholds cited, correlation checks (long transactions, disk space), the failover refusal quantified by send queue. If time: run resume-ag.sh and re-ask — before/after is the applause moment. Show the skill file for 20 seconds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0:44. Policy in, judgment out. The right rail is the whole point — read both quotes aloud. Then demo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(5 min). Skill attached. Watch: ClaimsDB (no full) leads per the skill rule; PaymentsDB flagged via log_reuse_wait_desc=LOG_BACKUP; OrdersProdDB fix script says the model change is meaningless until a new full establishes the chain. Then straight to the money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THE slide of Act 3. Pause on the bottom line. If someone screenshots one slide, make it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0:51 (2 min, no demo). Call out the escalation trigger — an agent that knows when to STOP investigating is the credibility moment for security folks in the room. Mention get_failed_logins needs one explicit grant (sp_readerrorlog) — a conscious guardrail decision, foreshadowing Act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 (90 sec). Two beats: cost discipline (skills also constrain effort) and 'What I did NOT check' (humility as a feature). Segue: 'Four skills. One question left: why should anyone trust this thing?' — Act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0:54 — keep to 60 seconds, it's a reference slide for the download. If short on time, say 'six rules, in the repo' and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 — tight but this act is mostly build-on-planted-seeds. The quote is from the abstract; deliver it as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0:56. The framing that wins security reviews: the bottom of the stack is not a prompt — it's a login and an allowlist. Prompts can be jailbroken; GRANT cannot. Next two slides zoom into the floors.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0:58. This is the show-your-CISO slide. Also flag: adding get_failed_logins required ONE deliberate grant (sp_readerrorlog) — expansions to the floor happen in code review, on purpose,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mark. 60 seconds. One sentence per bullet; the audience can read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1:01. Callback to demo 1's KILL and demo 3's failover refusal — the audience has SEEN both layers fire. Point that out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1:03. The agent is just another principal — a framing security teams already have a playbook for. That's the trick of this whole act: map the new thing onto controls they already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1:04. Explicit stance from the abstract: keep humans in the decision loop. Read-only is where you start Monday; approval-gated is the destination; autonomy is a someday for narrow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1:06. This slide IS the one-pager for the CISO meeting — say that. Artifacts beat assurances.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1:07. The abstract's promise: 'a practical architecture you can apply the next day.' Make the first row literal — ten minutes, tonight, in a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1:08 → Q&amp;A buffer to 1:00. Close with the three lines verbatim — same sentence as slide 10, now earned. Likely questions: which model (any MCP client — that's the point), prod-readiness (read-only IS prod-ready, start non-prod), cost (tool calls are cheap; skill cost discipline caps it), hallucination (evidence-only rule in the persona file + auditable tool log).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image" Target="../media/image-26-1.png"/><Relationship Id="rId4" Type="http://schemas.openxmlformats.org/officeDocument/2006/relationships/image" Target="../media/image-2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2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2234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4206240" cy="4206240"/>
          </a:xfrm>
          <a:prstGeom prst="ellipse">
            <a:avLst/>
          </a:prstGeom>
          <a:solidFill>
            <a:srgbClr val="22345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05156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dba-agent-talk/deck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1408176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607040" y="237744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/home/claude/dba-agent-talk/deck/icons/robo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558" y="2638958"/>
            <a:ext cx="482803" cy="482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80" y="18288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Agent</a:t>
            </a:r>
            <a:endParaRPr lang="en-US" sz="7200" dirty="0"/>
          </a:p>
        </p:txBody>
      </p:sp>
      <p:sp>
        <p:nvSpPr>
          <p:cNvPr id="10" name="Text 6"/>
          <p:cNvSpPr/>
          <p:nvPr/>
        </p:nvSpPr>
        <p:spPr>
          <a:xfrm>
            <a:off x="64008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Model Context Protocol — tools, skills, and the guardrails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 your security team say yes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58368" y="4617720"/>
            <a:ext cx="3657600" cy="0"/>
          </a:xfrm>
          <a:prstGeom prst="line">
            <a:avLst/>
          </a:prstGeom>
          <a:noFill/>
          <a:ln w="25400">
            <a:solidFill>
              <a:srgbClr val="22345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4800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Nocentino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Architect, Pure Storage  ·  Microsoft Data Platform MVP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nocentino.com  ·  github.com/nocentino/sql-mcp-server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hour, four acts, four live demos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Nocentino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@ Pure Storage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 Platform MVP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on Kubernetes &amp; containers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HA, performance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Pluralsight author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is open source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645920"/>
            <a:ext cx="7178040" cy="1024128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883664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40680" y="17922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MCP, and the two-server architecture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424160" y="1645920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0:00–0:12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852928"/>
            <a:ext cx="7178040" cy="1024128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3090672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440680" y="29992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tool  ·  Demos: blocking + fleet waits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424160" y="285292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0:12–0:25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34840" y="4059936"/>
            <a:ext cx="7178040" cy="1024128"/>
          </a:xfrm>
          <a:prstGeom prst="roundRect">
            <a:avLst>
              <a:gd name="adj" fmla="val 7143"/>
            </a:avLst>
          </a:prstGeom>
          <a:solidFill>
            <a:srgbClr val="16233B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4297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40680" y="4206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runbook as agent context  ·  Demos: AG + backups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424160" y="4059936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0:25–0:42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34840" y="5266944"/>
            <a:ext cx="7178040" cy="1024128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3440" y="5504688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5504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40680" y="54132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stack, maturity model, Q&amp;A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424160" y="5266944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0:42–1:00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T-SQL is the </a:t>
            </a:r>
            <a:pPr indent="0" marL="0">
              <a:buNone/>
            </a:pPr>
            <a:r>
              <a:rPr lang="en-US" sz="4400" b="1" i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pPr indent="0" marL="0">
              <a:buNone/>
            </a:pPr>
            <a:r>
              <a:rPr lang="en-US" sz="4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pPr indent="0" marL="0">
              <a:buNone/>
            </a:pPr>
            <a:r>
              <a:rPr lang="en-US" sz="4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hard part.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7" name="Image 0" descr="/home/claude/dba-agent-talk/deck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430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41148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sessions are blocked right now?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340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4251960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1" name="Image 1" descr="/home/claude/dba-agent-talk/deck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4430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1148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wait stats pointing?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3816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4251960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5" name="Image 2" descr="/home/claude/dba-agent-talk/deck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44302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41148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indexes is the optimizer begging for?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visibility, the agent is just guessing.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= a model in a loop with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33172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341" y="24981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blocking right now?”</a:t>
            </a:r>
            <a:endParaRPr lang="en-US" sz="1450" dirty="0"/>
          </a:p>
        </p:txBody>
      </p:sp>
      <p:pic>
        <p:nvPicPr>
          <p:cNvPr id="8" name="Image 1" descr="/home/claude/dba-agent-talk/deck/icons/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06324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0" y="210312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16233B"/>
          </a:solidFill>
          <a:ln/>
        </p:spPr>
      </p:sp>
      <p:sp>
        <p:nvSpPr>
          <p:cNvPr id="10" name="Shape 6"/>
          <p:cNvSpPr/>
          <p:nvPr/>
        </p:nvSpPr>
        <p:spPr>
          <a:xfrm>
            <a:off x="4480560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2" descr="/home/claude/dba-agent-talk/deck/icons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249814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9476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 + arguments</a:t>
            </a:r>
            <a:endParaRPr lang="en-US" sz="1450" dirty="0"/>
          </a:p>
        </p:txBody>
      </p:sp>
      <p:pic>
        <p:nvPicPr>
          <p:cNvPr id="13" name="Image 3" descr="/home/claude/dba-agent-talk/deck/icons/arrowright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063240"/>
            <a:ext cx="384048" cy="38404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92240" y="210312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5" name="Shape 9"/>
          <p:cNvSpPr/>
          <p:nvPr/>
        </p:nvSpPr>
        <p:spPr>
          <a:xfrm>
            <a:off x="7315200" y="233172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6" name="Image 4" descr="/home/claude/dba-agent-talk/deck/icons/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621" y="249814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2940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executes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call, real data</a:t>
            </a:r>
            <a:endParaRPr lang="en-US" sz="1450" dirty="0"/>
          </a:p>
        </p:txBody>
      </p:sp>
      <p:pic>
        <p:nvPicPr>
          <p:cNvPr id="18" name="Image 5" descr="/home/claude/dba-agent-talk/deck/icons/arrowright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3063240"/>
            <a:ext cx="384048" cy="38404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326880" y="210312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16233B"/>
          </a:solidFill>
          <a:ln/>
        </p:spPr>
      </p:sp>
      <p:sp>
        <p:nvSpPr>
          <p:cNvPr id="20" name="Shape 12"/>
          <p:cNvSpPr/>
          <p:nvPr/>
        </p:nvSpPr>
        <p:spPr>
          <a:xfrm>
            <a:off x="10149840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6" descr="/home/claude/dba-agent-talk/deck/icons/clipboar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6261" y="2498141"/>
            <a:ext cx="307238" cy="30723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4640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synthesizes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or another call</a:t>
            </a:r>
            <a:endParaRPr lang="en-US" sz="1450" dirty="0"/>
          </a:p>
        </p:txBody>
      </p:sp>
      <p:sp>
        <p:nvSpPr>
          <p:cNvPr id="23" name="Shape 14"/>
          <p:cNvSpPr/>
          <p:nvPr/>
        </p:nvSpPr>
        <p:spPr>
          <a:xfrm>
            <a:off x="4800600" y="4709160"/>
            <a:ext cx="566928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dash"/>
            <a:headEnd type="arrow"/>
          </a:ln>
        </p:spPr>
      </p:sp>
      <p:sp>
        <p:nvSpPr>
          <p:cNvPr id="24" name="Text 15"/>
          <p:cNvSpPr/>
          <p:nvPr/>
        </p:nvSpPr>
        <p:spPr>
          <a:xfrm>
            <a:off x="201168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results feed the next decision — it chains calls until it can answer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822960" y="55778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26" name="Text 17"/>
          <p:cNvSpPr/>
          <p:nvPr/>
        </p:nvSpPr>
        <p:spPr>
          <a:xfrm>
            <a:off x="1051560" y="5577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when to call tools, which ones, and in what order. You control what tools exist.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a standard port for plugging tools into any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 + client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Copilot, Claude,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your own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tools at runtime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tool calls, gets results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0" y="3200400"/>
            <a:ext cx="13716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headEnd type="arrow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3950208" y="352044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3950208" y="35204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/ HTTP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9476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resources · prompts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92024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162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0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1" descr="/home/claude/dba-agent-talk/deck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908" y="23728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30175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code. Exposes tools: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functions + schemas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943600" y="42976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credentials &amp; connections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what is allowed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server, many agents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098280" y="192024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B"/>
          </a:solidFill>
          <a:ln/>
        </p:spPr>
      </p:sp>
      <p:sp>
        <p:nvSpPr>
          <p:cNvPr id="19" name="Shape 15"/>
          <p:cNvSpPr/>
          <p:nvPr/>
        </p:nvSpPr>
        <p:spPr>
          <a:xfrm>
            <a:off x="9372600" y="2194560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0" name="Image 2" descr="/home/claude/dba-agent-talk/dec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23728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72600" y="3017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DMVs,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files, anything</a:t>
            </a:r>
            <a:endParaRPr lang="en-US" sz="1600" dirty="0"/>
          </a:p>
        </p:txBody>
      </p:sp>
      <p:pic>
        <p:nvPicPr>
          <p:cNvPr id="22" name="Image 3" descr="/home/claude/dba-agent-talk/deck/icons/link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127248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touches the database.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the tool server; the server runs structured SQL; you stay in control.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estate questions — in English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539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blocking sessions right now? Who is blocking whom, and what SQL is running?”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784080" y="2231136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0" y="2231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· diagnostics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584448"/>
            <a:ext cx="685800" cy="6858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2" name="Image 1" descr="/home/claude/dba-agent-talk/deck/icons/s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37627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40156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backup situation across my environment? What would we actually lose?”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784080" y="3739896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1"/>
          <p:cNvSpPr/>
          <p:nvPr/>
        </p:nvSpPr>
        <p:spPr>
          <a:xfrm>
            <a:off x="9784080" y="37398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· policy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233B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5093208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/home/claude/dba-agent-tal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52715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9103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products will we sell out of by end of quarter?”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9784080" y="5248656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6"/>
          <p:cNvSpPr/>
          <p:nvPr/>
        </p:nvSpPr>
        <p:spPr>
          <a:xfrm>
            <a:off x="9784080" y="5248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data · via DAB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 for operational questions and application-data questions — different servers, different rules.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MCP servers, two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Builder (DAB)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· application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user database → REST, GraphQL, and MCP endpoints appear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Products, Orders, Categories — no SQL written by anyone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permissions declared in dab-config.json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for natural-language access to a known app schema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6233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dba-agent-talk/deck/icons/wren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03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SQL MCP server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operational visibility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9718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DBA tools querying DMVs directly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Blocking, waits, missing indexes, plan cache, memory, AG health, backups…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Multi-instance: one container, N SQL Servers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construction — more in Act 4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6172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in one Docker Compose file. Clone, set passwords, up. That's the whole install.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tried the zero-code path first. It broke on DMVs.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is brilliant against a clean app schema — typed columns, primary keys, CRUD semantics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DMVs are none of those things: unsupported types, odd shapes, CROSS APPLY everywhere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want opinionated queries — the benign-wait filter, the blocking-chain join — not raw table access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a small custom server, where each tool is a curated, reviewed piece of T-SQL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85623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281160" y="1783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DMV-backed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32004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6233B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327355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281160" y="32004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0" y="4617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6233B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469087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281160" y="46177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instances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4406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due: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tool queries derive from the Brent Ozar First Responder Kit (MIT) — the ignorable-waits list, the blocker SQL lookup. Encode community wisdom into tools.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environment (what's running right now)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08960" y="1737360"/>
            <a:ext cx="8503920" cy="4754880"/>
          </a:xfrm>
          <a:prstGeom prst="roundRect">
            <a:avLst>
              <a:gd name="adj" fmla="val 1923"/>
            </a:avLst>
          </a:prstGeom>
          <a:solidFill>
            <a:srgbClr val="F4F7FB"/>
          </a:solidFill>
          <a:ln w="12700">
            <a:solidFill>
              <a:srgbClr val="5A6B8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3832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NETWORK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6233B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32461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/home/claude/dba-agent-talk/deck/icons/ro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635" y="34363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23317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5A6B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MCP  :5001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/ MCP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ProductsDB CRUD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66160" y="43434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5A6B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4480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MCP server  :3001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DMV tools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pools per instance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fan_out_query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33172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16233B"/>
          </a:solidFill>
          <a:ln/>
        </p:spPr>
      </p:sp>
      <p:sp>
        <p:nvSpPr>
          <p:cNvPr id="15" name="Shape 12"/>
          <p:cNvSpPr/>
          <p:nvPr/>
        </p:nvSpPr>
        <p:spPr>
          <a:xfrm>
            <a:off x="8458200" y="26060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/home/claude/dba-agent-talk/deck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734" y="276057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89720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SqlServer1  :1433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2025 · ProductsDB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229600" y="434340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16233B"/>
          </a:solidFill>
          <a:ln/>
        </p:spPr>
      </p:sp>
      <p:sp>
        <p:nvSpPr>
          <p:cNvPr id="19" name="Shape 15"/>
          <p:cNvSpPr/>
          <p:nvPr/>
        </p:nvSpPr>
        <p:spPr>
          <a:xfrm>
            <a:off x="845820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/home/claude/dba-agent-talk/deck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34" y="477225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9720" y="46177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SqlServer2  :1434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instance · AG secondary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2761488" y="3200400"/>
            <a:ext cx="777240" cy="-91440"/>
          </a:xfrm>
          <a:prstGeom prst="line">
            <a:avLst/>
          </a:prstGeom>
          <a:noFill/>
          <a:ln w="25400">
            <a:solidFill>
              <a:srgbClr val="5A6B85"/>
            </a:solidFill>
            <a:prstDash val="solid"/>
            <a:tailEnd type="arrow"/>
          </a:ln>
        </p:spPr>
      </p:sp>
      <p:sp>
        <p:nvSpPr>
          <p:cNvPr id="23" name="Shape 18"/>
          <p:cNvSpPr/>
          <p:nvPr/>
        </p:nvSpPr>
        <p:spPr>
          <a:xfrm>
            <a:off x="2761488" y="4754880"/>
            <a:ext cx="777240" cy="365760"/>
          </a:xfrm>
          <a:prstGeom prst="line">
            <a:avLst/>
          </a:prstGeom>
          <a:noFill/>
          <a:ln w="25400">
            <a:solidFill>
              <a:srgbClr val="5A6B85"/>
            </a:solidFill>
            <a:prstDash val="solid"/>
            <a:tailEnd type="arrow"/>
          </a:ln>
        </p:spPr>
      </p:sp>
      <p:sp>
        <p:nvSpPr>
          <p:cNvPr id="24" name="Shape 19"/>
          <p:cNvSpPr/>
          <p:nvPr/>
        </p:nvSpPr>
        <p:spPr>
          <a:xfrm>
            <a:off x="6876288" y="3108960"/>
            <a:ext cx="1325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arrow"/>
          </a:ln>
        </p:spPr>
      </p:sp>
      <p:sp>
        <p:nvSpPr>
          <p:cNvPr id="25" name="Text 20"/>
          <p:cNvSpPr/>
          <p:nvPr/>
        </p:nvSpPr>
        <p:spPr>
          <a:xfrm>
            <a:off x="694944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76288" y="5029200"/>
            <a:ext cx="1325880" cy="-16459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arrow"/>
          </a:ln>
        </p:spPr>
      </p:sp>
      <p:sp>
        <p:nvSpPr>
          <p:cNvPr id="27" name="Shape 22"/>
          <p:cNvSpPr/>
          <p:nvPr/>
        </p:nvSpPr>
        <p:spPr>
          <a:xfrm>
            <a:off x="6876288" y="5212080"/>
            <a:ext cx="1325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arrow"/>
          </a:ln>
        </p:spPr>
      </p:sp>
      <p:sp>
        <p:nvSpPr>
          <p:cNvPr id="28" name="Text 23"/>
          <p:cNvSpPr/>
          <p:nvPr/>
        </p:nvSpPr>
        <p:spPr>
          <a:xfrm>
            <a:off x="690372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FOR THE REST OF THE HOUR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turn a chatbot into a DBA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22345A"/>
          </a:solidFill>
          <a:ln/>
        </p:spPr>
      </p:sp>
      <p:pic>
        <p:nvPicPr>
          <p:cNvPr id="5" name="Image 0" descr="/home/claude/dba-agent-talk/deck/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68169"/>
            <a:ext cx="538582" cy="538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1894" y="2103120"/>
            <a:ext cx="3667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31546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22345A"/>
          </a:solidFill>
          <a:ln/>
        </p:spPr>
      </p:sp>
      <p:pic>
        <p:nvPicPr>
          <p:cNvPr id="8" name="Image 1" descr="/home/claude/dba-agent-talk/deck/icons/book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319729"/>
            <a:ext cx="538582" cy="5385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91894" y="3154680"/>
            <a:ext cx="3667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14400" y="4206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22345A"/>
          </a:solidFill>
          <a:ln/>
        </p:spPr>
      </p:sp>
      <p:pic>
        <p:nvPicPr>
          <p:cNvPr id="11" name="Image 2" descr="/home/claude/dba-agent-talk/deck/icons/wre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371289"/>
            <a:ext cx="538582" cy="5385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1894" y="4206240"/>
            <a:ext cx="3667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21792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safe to trust: least privilege, allowlists, human-in-the-loop, audit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17920" y="3154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consistent: your SOPs, thresholds, and boundaries as markdown context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1792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able: structured, reviewed queries the agent can call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give it eyes. Skills give it judgment. Guardrails keep you in charge.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tool: get_blocking_chains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Description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decides to use it. This is your API contract with the model.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584448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1" descr="/home/claude/dba-agent-talk/deck/icons/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375086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40156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Schema (zod)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validated arguments. The model can't pass anything you didn't declare.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5093208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4" name="Image 2" descr="/home/claude/dba-agent-talk/dec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5259629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91032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T-SQL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code-reviewed DMV query. Not raw table access.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937760" y="1783080"/>
            <a:ext cx="6720840" cy="4343400"/>
          </a:xfrm>
          <a:prstGeom prst="roundRect">
            <a:avLst>
              <a:gd name="adj" fmla="val 1684"/>
            </a:avLst>
          </a:prstGeom>
          <a:solidFill>
            <a:srgbClr val="16233B"/>
          </a:solidFill>
          <a:ln/>
        </p:spPr>
      </p:sp>
      <p:sp>
        <p:nvSpPr>
          <p:cNvPr id="17" name="Text 12"/>
          <p:cNvSpPr/>
          <p:nvPr/>
        </p:nvSpPr>
        <p:spPr>
          <a:xfrm>
            <a:off x="5166360" y="1947672"/>
            <a:ext cx="62636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server.tool(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"get_blocking_chains",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"Full blocking chain with blocker and blocked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SQL text. Use when the user asks about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blocking, locks, or sessions waiting.",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instance_name: z.string()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({ instance_name })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sql = `SELECT ... FROM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sys.dm_exec_requests 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JOIN sys.dm_exec_sessions s 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CROSS APPLY sys.dm_exec_sql_text(...)`;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queryInstance(instance_name, sql);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parts. The first one matters more than you think 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Descriptions are the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pic>
        <p:nvPicPr>
          <p:cNvPr id="5" name="Image 0" descr="/home/claude/dba-agent-talk/deck/icons/time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69748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16233B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862072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"Gets blocking info"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pic>
        <p:nvPicPr>
          <p:cNvPr id="10" name="Image 1" descr="/home/claude/dba-agent-talk/deck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537960" y="269748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16233B"/>
          </a:solidFill>
          <a:ln/>
        </p:spPr>
      </p:sp>
      <p:sp>
        <p:nvSpPr>
          <p:cNvPr id="13" name="Text 9"/>
          <p:cNvSpPr/>
          <p:nvPr/>
        </p:nvSpPr>
        <p:spPr>
          <a:xfrm>
            <a:off x="6766560" y="2862072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 blocking chain with blocker AND blocked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text. Use when the user asks about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blocking, locks, or sessions waiting."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233B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5262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“Good descriptions mean the agent picks the right tool for the job. </a:t>
            </a:r>
            <a:pPr indent="0" marL="0">
              <a:buNone/>
            </a:pPr>
            <a:r>
              <a:rPr lang="en-US" sz="2000" b="1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descriptions mean it guesses.”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when to use it, not just what it does — include the words users actually say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for DAB entity descriptions in dab-config.json — the agent reads them at runtime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server, the whole estate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registered in .env — add a server, restart the container, the agent can reach it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connection pool per instance: first call opens it, later calls reuse it, errors self-heal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fan_out_query: same T-SQL on every instance in parallel (Promise.allSettled)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down ≠ fleet query dead — results come back per instance, failures marked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0" y="1828800"/>
            <a:ext cx="4480560" cy="2194560"/>
          </a:xfrm>
          <a:prstGeom prst="roundRect">
            <a:avLst>
              <a:gd name="adj" fmla="val 3333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7360920" y="1993392"/>
            <a:ext cx="40233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INSTANCES=[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{"name":"SqlServer1",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"host":"sqlserver","port":1433,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"user":"dba_monitor", ...},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{"name":"SqlServer2", ...}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429768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4434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fan_out_query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489204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0" descr="/home/claude/dba-agent-talk/deck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1" y="5058461"/>
            <a:ext cx="307238" cy="30723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5212080"/>
            <a:ext cx="685800" cy="-201168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arrow"/>
          </a:ln>
        </p:spPr>
      </p:sp>
      <p:sp>
        <p:nvSpPr>
          <p:cNvPr id="12" name="Text 9"/>
          <p:cNvSpPr/>
          <p:nvPr/>
        </p:nvSpPr>
        <p:spPr>
          <a:xfrm>
            <a:off x="8961120" y="4828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SqlServer1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83880" y="5212080"/>
            <a:ext cx="685800" cy="2743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arrow"/>
          </a:ln>
        </p:spPr>
      </p:sp>
      <p:sp>
        <p:nvSpPr>
          <p:cNvPr id="14" name="Text 11"/>
          <p:cNvSpPr/>
          <p:nvPr/>
        </p:nvSpPr>
        <p:spPr>
          <a:xfrm>
            <a:off x="8961120" y="5303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SqlServer2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5212080"/>
            <a:ext cx="685800" cy="749808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arrow"/>
          </a:ln>
        </p:spPr>
      </p:sp>
      <p:sp>
        <p:nvSpPr>
          <p:cNvPr id="16" name="Text 13"/>
          <p:cNvSpPr/>
          <p:nvPr/>
        </p:nvSpPr>
        <p:spPr>
          <a:xfrm>
            <a:off x="8961120" y="57790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SqlServerN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investigation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005840" cy="10058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/home/claude/dba-agent-talk/deck/icons/pla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7118" y="718718"/>
            <a:ext cx="482803" cy="482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86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2345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 there any blocking sessions right now on SqlServer1? Who 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blocking whom, how long, and what SQL is running on both sides?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What should I do about it?"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dba-agent-talk/deck/icons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4806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get_blocking_chains from the description alone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5" name="Shape 11"/>
          <p:cNvSpPr/>
          <p:nvPr/>
        </p:nvSpPr>
        <p:spPr>
          <a:xfrm>
            <a:off x="459943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dba-agent-talk/deck/icons/lin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78" y="4806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+ victim SQL text correlated in one pass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9" name="Shape 14"/>
          <p:cNvSpPr/>
          <p:nvPr/>
        </p:nvSpPr>
        <p:spPr>
          <a:xfrm>
            <a:off x="839419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/home/claude/dba-agent-talk/deck/icons/ha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38" y="48060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recommends KILL 52 — it cannot execute it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tool calls expand in Copilot Chat — the chain is the content.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just happened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 English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DMV names, no syntax</a:t>
            </a:r>
            <a:endParaRPr lang="en-US" sz="1350" dirty="0"/>
          </a:p>
        </p:txBody>
      </p:sp>
      <p:pic>
        <p:nvPicPr>
          <p:cNvPr id="8" name="Image 0" descr="/home/claude/dba-agent-talk/deck/icons/arrowright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278892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01568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2148840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8"/>
          <p:cNvSpPr/>
          <p:nvPr/>
        </p:nvSpPr>
        <p:spPr>
          <a:xfrm>
            <a:off x="363016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30168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chose the tool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description</a:t>
            </a:r>
            <a:endParaRPr lang="en-US" sz="1350" dirty="0"/>
          </a:p>
        </p:txBody>
      </p:sp>
      <p:pic>
        <p:nvPicPr>
          <p:cNvPr id="13" name="Image 1" descr="/home/claude/dba-agent-talk/deck/icons/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278892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4496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83096" y="2148840"/>
            <a:ext cx="548640" cy="5486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6" name="Text 12"/>
          <p:cNvSpPr/>
          <p:nvPr/>
        </p:nvSpPr>
        <p:spPr>
          <a:xfrm>
            <a:off x="64830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83096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ran curated T-SQL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dba_monitor, SELECT only</a:t>
            </a:r>
            <a:endParaRPr lang="en-US" sz="1350" dirty="0"/>
          </a:p>
        </p:txBody>
      </p:sp>
      <p:pic>
        <p:nvPicPr>
          <p:cNvPr id="18" name="Image 2" descr="/home/claude/dba-agent-talk/deck/icons/arrowright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2788920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07424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6233B"/>
          </a:solidFill>
          <a:ln/>
        </p:spPr>
      </p:sp>
      <p:sp>
        <p:nvSpPr>
          <p:cNvPr id="20" name="Shape 15"/>
          <p:cNvSpPr/>
          <p:nvPr/>
        </p:nvSpPr>
        <p:spPr>
          <a:xfrm>
            <a:off x="9336024" y="21488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6"/>
          <p:cNvSpPr/>
          <p:nvPr/>
        </p:nvSpPr>
        <p:spPr>
          <a:xfrm>
            <a:off x="93360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336024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a drafted fix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executes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475488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3" descr="/home/claude/dba-agent-talk/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7" y="4980737"/>
            <a:ext cx="416966" cy="41696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65960" y="45720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#1, planted: 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SELECT-only access, enforced in code — not in a prompt, not in a policy doc. It can diagnose anything and change nothing. We build up the full stack in Act 4.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Fleet-wide wait stats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005840" cy="10058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/home/claude/dba-agent-talk/deck/icons/pla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7118" y="718718"/>
            <a:ext cx="482803" cy="482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86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2345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wait stats on all my SQL Server instances and tell me if there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 any concerns. Are they suffering from the same problem 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different ones?"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dba-agent-talk/deck/icons/netwo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4806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list_instances → parallel calls across the estate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5" name="Shape 11"/>
          <p:cNvSpPr/>
          <p:nvPr/>
        </p:nvSpPr>
        <p:spPr>
          <a:xfrm>
            <a:off x="459943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dba-agent-tal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78" y="4806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stories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IO/CPU pressure vs ASYNC_NETWORK_IO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9" name="Shape 14"/>
          <p:cNvSpPr/>
          <p:nvPr/>
        </p:nvSpPr>
        <p:spPr>
          <a:xfrm>
            <a:off x="839419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/home/claude/dba-agent-talk/deck/icons/commen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38" y="48060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one's an app-tier problem” — not a DB fix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tool calls expand in Copilot Chat — the chain is the content.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runbook, as agent context.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made it able. Skills make it yours.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63840" y="20116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6" name="Image 0" descr="/home/claude/dba-agent-talk/deck/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21072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14562" y="2011680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262432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pic>
        <p:nvPicPr>
          <p:cNvPr id="9" name="Image 1" descr="/home/claude/dba-agent-talk/deck/icons/boo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2719883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14562" y="2624328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63840" y="3236976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12" name="Image 2" descr="/home/claude/dba-agent-talk/deck/icons/wre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332531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14562" y="3236976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 · backup &amp; recovery · security &amp; auditing · observability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≠ judgment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30 tools and no skill file still doesn't know: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24328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7" name="Image 0" descr="/home/claude/dba-agent-talk/deck/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" y="2826410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7744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40-minute-old log backup fine or an incident? Depends on YOUR RPO.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2624328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1" name="Image 1" descr="/home/claude/dba-agent-talk/deck/icons/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314" y="282641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37744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first, then secondaries. Snapshot before deep-dive. SOPs have sequence.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4407408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5" name="Image 2" descr="/home/claude/dba-agent-talk/deck/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" y="4609490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1605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thresholds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800 VLFs a problem? What send queue blocks a failover? Numbers, not vibes.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172200" y="4023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428232" y="4407408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9" name="Image 3" descr="/home/claude/dba-agent-talk/deck/icons/ha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314" y="4609490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41605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boundaries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draft a forced failover. Never 'fix' log growth with SIMPLE. House rules.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knowledge you already have. It's just not written down where the agent can read it.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file is an SOP the agent can follow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4884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user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38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Persona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is, who it serves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9" name="Shape 6"/>
          <p:cNvSpPr/>
          <p:nvPr/>
        </p:nvSpPr>
        <p:spPr>
          <a:xfrm>
            <a:off x="4562856" y="214884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1" descr="/home/claude/dba-agent-talk/deck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23152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938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Triggers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skill applies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38160" y="18288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8357616" y="214884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4" name="Image 2" descr="/home/claude/dba-agent-talk/deck/icons/listo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31526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1938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Procedure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tool calls, in order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68096" y="361188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8" name="Image 3" descr="/home/claude/dba-agent-talk/deck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37783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4015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Thresholds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warning / critical — as numbers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43400" y="3291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562856" y="361188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2" name="Image 4" descr="/home/claude/dba-agent-talk/deck/icons/site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377830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34015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Decision rules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then check Y, recommend Z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38160" y="3291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6233B"/>
          </a:solidFill>
          <a:ln/>
        </p:spPr>
      </p:sp>
      <p:sp>
        <p:nvSpPr>
          <p:cNvPr id="25" name="Shape 18"/>
          <p:cNvSpPr/>
          <p:nvPr/>
        </p:nvSpPr>
        <p:spPr>
          <a:xfrm>
            <a:off x="8357616" y="36118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5" descr="/home/claude/dba-agent-talk/deck/icons/han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377830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0" y="34015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Hard boundaries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never do; when to stop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233B"/>
          </a:solidFill>
          <a:ln/>
        </p:spPr>
      </p:sp>
      <p:sp>
        <p:nvSpPr>
          <p:cNvPr id="29" name="Text 21"/>
          <p:cNvSpPr/>
          <p:nvPr/>
        </p:nvSpPr>
        <p:spPr>
          <a:xfrm>
            <a:off x="777240" y="5148072"/>
            <a:ext cx="10607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applyTo: "**"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"Availability management SOP: AG health, sync state, failover readiness"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Skill: Availability Management ...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skills into Copilot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623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4754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copilot-instructions.md      # persona +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# guardrails,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# always 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availability.instructions.md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backup-recovery.instructions.md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security-audit.instructions.md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observability.instructions.md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80760" y="18745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copilot-instructions.md: global persona + guardrails, injected into every chat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.instructions.md files with applyTo + description frontmatter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stage (and on call): attach the skill explicitly — Add Context → Instructions. Deterministic beats automatic.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6233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53949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0" descr="/home/claude/dba-agent-talk/deck/icons/f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559704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52578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markdown.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drops into Claude Code, Cursor, or whatever ships next year. Your skill outlives the client — write it once, own it forever.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 · DOMAIN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availability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Procedure: primary first, then each secondary — the skill fixes the order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built in: redo lag → check VLF count + secondary storage latency; send queue → check open transactions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question gets a yes/no per database, justified by sync state + send queue</a:t>
            </a:r>
            <a:endParaRPr lang="en-US" sz="14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forced failover with data loss is never drafted casually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thresholds table — “good” is a number: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24028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SYNC / SUSPENDED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send_queue_kb (sync)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10,000 or growing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redo_queue_kb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 rate vs log 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4F7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fail over right now without losing data?” is now an answerable question — with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health, by the book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005840" cy="10058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/home/claude/dba-agent-talk/deck/icons/pla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7118" y="718718"/>
            <a:ext cx="482803" cy="482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86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2345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my availability group healthy? If I had to fail over to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secondary right now, could I do it without losing data?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Give me the full picture."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dba-agent-talk/deck/icons/boo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4806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attached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availability.instructions.md added as context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5" name="Shape 11"/>
          <p:cNvSpPr/>
          <p:nvPr/>
        </p:nvSpPr>
        <p:spPr>
          <a:xfrm>
            <a:off x="459943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dba-agent-talk/deck/icons/warn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78" y="4806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fault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SUSPENDED, send queue growing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9" name="Shape 14"/>
          <p:cNvSpPr/>
          <p:nvPr/>
        </p:nvSpPr>
        <p:spPr>
          <a:xfrm>
            <a:off x="839419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/home/claude/dba-agent-talk/deck/icons/ha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38" y="48060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— not without data loss” + a drafted RESUME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tool calls expand in Copilot Chat — the chain is the content.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 · DOMAIN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backup &amp; recovery — policy is the yardstick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table lives IN the skill: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34440"/>
                <a:gridCol w="1005840"/>
                <a:gridCol w="1188720"/>
                <a:gridCol w="105156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computes exposure = time since last log backup, per database, vs. the tier's RPO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ranked by minutes of data loss right now — the number the business understands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full backup ever → lead with it; nothing else about that database matters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line in every report: “a backup that's never been test-restored is a hypothesis”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680960" y="2148840"/>
            <a:ext cx="3931920" cy="4251960"/>
          </a:xfrm>
          <a:prstGeom prst="roundRect">
            <a:avLst>
              <a:gd name="adj" fmla="val 1860"/>
            </a:avLst>
          </a:prstGeom>
          <a:solidFill>
            <a:srgbClr val="16233B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TOOL, NEW MEANING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2743200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get_backup_status returns:</a:t>
            </a:r>
            <a:endParaRPr lang="en-US" sz="12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log backup 04:12”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turns it into:</a:t>
            </a:r>
            <a:endParaRPr lang="en-US" sz="1250" dirty="0"/>
          </a:p>
          <a:p>
            <a:pPr indent="0" marL="0">
              <a:buNone/>
            </a:pPr>
            <a:r>
              <a:rPr lang="en-US" sz="14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“Tier-1 PaymentsDB is 47 min past RPO — you'd lose up to 62 minutes of data right now.”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posture vs. policy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005840" cy="10058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/home/claude/dba-agent-talk/deck/icons/pla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7118" y="718718"/>
            <a:ext cx="482803" cy="482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86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2345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"What’s the backup situation across this instance? Treat PaymentsDB,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ClaimsDB, and OrdersProdDB as Tier-1. If we lost the server right now,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what would we actually lose, database by database?"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dba-agent-talk/deck/icons/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4806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violations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chain · no full at all · SIMPLE on Tier-1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5" name="Shape 11"/>
          <p:cNvSpPr/>
          <p:nvPr/>
        </p:nvSpPr>
        <p:spPr>
          <a:xfrm>
            <a:off x="459943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dba-agent-talk/deck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78" y="4806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InventoryDB inside RPO — it's not just alarmist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44348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22345A"/>
          </a:solidFill>
          <a:ln/>
        </p:spPr>
      </p:sp>
      <p:sp>
        <p:nvSpPr>
          <p:cNvPr id="19" name="Shape 14"/>
          <p:cNvSpPr/>
          <p:nvPr/>
        </p:nvSpPr>
        <p:spPr>
          <a:xfrm>
            <a:off x="8394192" y="4663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/home/claude/dba-agent-talk/deck/icons/listo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38" y="48060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45720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exposure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Worst-first, in minutes of data loss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tool calls expand in Copilot Chat — the chain is the content.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tools. Same question. One markdown file apart.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5A6B8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SKILL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timestamps: “last log backup was 04:12”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order varies run to run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“Looks okay” / “might be a concern” — adjectives, no yardstick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policy violation entirely (SIMPLE on a prod database)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chat, different answer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6233B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20116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SKILL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against YOUR RPO policy, per tier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procedure: same checks, same order, every time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in minutes of data loss, ranked worst-first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the unrecoverable database — the skill's triage rule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comparable, auditable output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61264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61264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didn't get smarter. You got specific.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 · DOMAIN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security &amp; auditing — detect, never remediate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903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lives in the skill: surface-area settings (xp_cmdshell, CLR, Ole Automation…) with required values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Privileged-membership rules: no SQL logins in sysadmin, sa disabled, 30-day recency flag on changes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Failed-login pattern rules: spray detection, recon (logins that don't exist), and the one escalation trigger — failures then a success from the same source → stop and page security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numbered SEC-001, SEC-002… — output is evidence for an audit trail, not vibes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remediation goes through change control — the skill forbids drive-by DROP LOGIN fixes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NEW TOOLS (in the repo)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0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/home/claude/dba-agent-talk/deck/icons/ke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25420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1080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get_security_config_drift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vs. baseline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0" y="33192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dba-agent-talk/deck/icons/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4381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1080" y="32095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get_sysadmin_members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roles + recency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421538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/home/claude/dba-agent-talk/deck/icons/ke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33425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41080" y="410565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get_failed_logins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by login + client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5111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/home/claude/dba-agent-talk/deck/icons/ke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523036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41080" y="5001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get_orphaned_users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restore/migration drift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6172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/>
        </p:spPr>
      </p:sp>
      <p:sp>
        <p:nvSpPr>
          <p:cNvPr id="20" name="Text 14"/>
          <p:cNvSpPr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Slide-only today — same pattern as the demos you just saw. Tools + skill are in the repo to run tonight.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 · DOMAIN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observability — the value is consistency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snapshot SOP — always this order: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get_server_info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get_database_info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get_wait_stats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get_top_queries (cpu)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get_blocking_chains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get_missing_indexes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step 7 only if waits point there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92024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baselines checked every time (MAXDOP, CTFP, max memory) — drift is a finding even when performance is fine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Wait-interpretation table maps dominant waits to the ONE follow-up tool — 6–7 calls, not 15. Cost discipline is in the SOP.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ends with “What I did NOT check” — scope is auditable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comparable across days and servers — that's the point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“full health snapshot” from demos 1–2, standardized — the 20-minute manual DMV ritual, in one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skills that actually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204825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list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8" y="220279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like an SOP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a new hire could follow. If a human can't run it, the agent can't either.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9" name="Shape 6"/>
          <p:cNvSpPr/>
          <p:nvPr/>
        </p:nvSpPr>
        <p:spPr>
          <a:xfrm>
            <a:off x="4581144" y="204825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1" descr="/home/claude/dba-agent-talk/deck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78" y="220279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adjectives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 VLF count” is a guess. “&gt; 1,000” is a rule.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3816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8375904" y="204825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4" name="Image 2" descr="/home/claude/dba-agent-talk/deck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438" y="220279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75904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triggers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words users actually say — that's how the skill self-selects.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86384" y="419709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8" name="Image 3" descr="/home/claude/dba-agent-talk/deck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8" y="435163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like code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 fault, ask the question, check the answer. Demos 3 &amp; 4 ARE the test suite.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581144" y="419709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2" name="Image 4" descr="/home/claude/dba-agent-talk/deck/icons/fi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678" y="4351630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81144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single-domain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focused files beat one 2,000-line SRE bible. Attach what the task needs.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</p:spPr>
      </p:sp>
      <p:sp>
        <p:nvSpPr>
          <p:cNvPr id="25" name="Shape 18"/>
          <p:cNvSpPr/>
          <p:nvPr/>
        </p:nvSpPr>
        <p:spPr>
          <a:xfrm>
            <a:off x="8375904" y="4197096"/>
            <a:ext cx="594360" cy="5943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6" name="Image 5" descr="/home/claude/dba-agent-talk/deck/icons/han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438" y="4351630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75904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part of the skill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never do, and when it must stop and hand off.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control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AI tools are only useful if your operations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security teams believe in them.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38160" y="20116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pic>
        <p:nvPicPr>
          <p:cNvPr id="6" name="Image 0" descr="/home/claude/dba-agent-talk/deck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21072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8882" y="2011680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262432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9" name="Image 1" descr="/home/claude/dba-agent-talk/deck/icons/book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2719883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88882" y="2624328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38160" y="3236976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12" name="Image 2" descr="/home/claude/dba-agent-talk/deck/icons/wre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3332531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88882" y="3236976"/>
            <a:ext cx="2705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layers · a maturity model · the security-team conversation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 stack — defense in depth, bottom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19656"/>
            <a:ext cx="493776" cy="493776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94803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Audit trail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logged: who asked, what ran, what came back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596896"/>
            <a:ext cx="493776" cy="493776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1" descr="/home/claude/dba-agent-talk/deck/icons/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725278"/>
            <a:ext cx="237012" cy="237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14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Human-in-the-loop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drafts, human executes — the KILL from demo 1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374136"/>
            <a:ext cx="493776" cy="493776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4" name="Image 2" descr="/home/claude/dba-agent-talk/deck/icons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502518"/>
            <a:ext cx="237012" cy="237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918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Skill boundaries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draft forced failover” — behavioral rules in context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49808" y="4151376"/>
            <a:ext cx="493776" cy="493776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8" name="Image 3" descr="/home/claude/dba-agent-talk/deck/icons/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279758"/>
            <a:ext cx="237012" cy="2370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0690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DAB permissions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allowed actions declared in dab-config.json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8463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233B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928616"/>
            <a:ext cx="493776" cy="49377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4" descr="/home/claude/dba-agent-talk/deck/icon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056998"/>
            <a:ext cx="237012" cy="2370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8463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Statement allowlist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safety.ts: SELECT / WITH / DECLARE only — enforced in code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233B"/>
          </a:solidFill>
          <a:ln/>
        </p:spPr>
      </p:sp>
      <p:sp>
        <p:nvSpPr>
          <p:cNvPr id="25" name="Shape 18"/>
          <p:cNvSpPr/>
          <p:nvPr/>
        </p:nvSpPr>
        <p:spPr>
          <a:xfrm>
            <a:off x="749808" y="5705856"/>
            <a:ext cx="493776" cy="49377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5" descr="/home/claude/dba-agent-talk/deck/icons/lo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5834238"/>
            <a:ext cx="237012" cy="2370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56235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Least privilege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dba_monitor login: VIEW SERVER STATE, nothing else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1–2 are physics — code and permissions. Layers 3–6 are policy. You want both.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floors: a login and twelve lines of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the monitoring login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9152"/>
            <a:ext cx="49377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LOGIN dba_monitor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PASSWORD = N'...';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VIEW SERVER STATE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dba_monitor;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that’s it. No db_owner. No sysadmin.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 every DMV; cannot read a single row of user data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write, cannot KILL, cannot ALTER — the permission doesn't exist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safety.ts, the statement allowlist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6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59152"/>
            <a:ext cx="4892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ALLOWED = /^\s*(SELECT|WITH|DECLARE)\b/i;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assertReadOnly(sql: string)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(!ALLOWED.test(sql))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Error("Read-only tools only");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41148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execute_query and fan_out_query — the open-ended tools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model is tricked into writing an UPDATE, the server refuses it — and the login couldn't run it anyway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AND suspenders: the code refuses what the login couldn't do anyway. Show this slide to your CISO.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DAB — declarative rules for app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3931920"/>
          </a:xfrm>
          <a:prstGeom prst="roundRect">
            <a:avLst>
              <a:gd name="adj" fmla="val 1860"/>
            </a:avLst>
          </a:prstGeom>
          <a:solidFill>
            <a:srgbClr val="1623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53949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dab-config.json (excerpt)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"Products":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"dbo.Products",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"Product catalog with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 levels. Use for inventory and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pricing questions.",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[{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"anonymous",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"actions": [ "read", "update" 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2084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declared entities exist — the agent cannot see tables you didn't expose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per entity: make Orders read-only, allow update on Products, never expose delete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policies and role-based auth when you outgrow the demo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summer-sale demo from the blog: the agent never wrote an UPDATE — it issued PATCH calls that DAB validated against this 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 as the DBA server: the agent asks; a config you wrote decides.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4 &amp; 5: judgment rules + a human on the trigger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/home/claude/dba-agent-talk/deck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boundaries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draft forced failover without explicit data-loss acknowledgment”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recommend KILL on AG endpoint or backup sessions”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signs of a live security incident: stop, summarize, escalate”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rules for things that are technically legal but operationally forbidden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6233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dba-agent-talk/deck/icons/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22933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is a drafted script with a rollback note — a human reviews and runs it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literally cannot execute: no write path exists (layers 1–2)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per action, in front of your eyes — not a standing yes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incident process doesn't change; it just starts with better evidence, faster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shapes what the agent proposes. Layer 5 decides what actually happens.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6: if it isn't logged, it didn't happen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is a natural choke point — every tool call passes through one process you own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four W's: who asked (session), what tool + arguments, what SQL ran, what came back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→ ship to your SIEM like any other service; alert on volume or odd hours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reports carry their own audit hooks: SEC-numbered findings, “What I did NOT check” scope statements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log like you review any service account's activity — the agent is just another principal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993392"/>
            <a:ext cx="37490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"ts": "2026-08-18T14:02:11Z",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"session": "vscode-anthony",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"tool": "get_blocking_chains",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{ "instance_name":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"SqlServer1" 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"duration_ms": 141,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"rows": 2,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"ok"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is the difference between “trust me” and “check for yourself.”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model — and where to stop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6233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945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dba-agent-talk/deck/icons/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63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Read-only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only. No write path exists. This talk's architecture.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" y="4572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572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050" dirty="0"/>
          </a:p>
        </p:txBody>
      </p:sp>
      <p:pic>
        <p:nvPicPr>
          <p:cNvPr id="10" name="Image 1" descr="/home/claude/dba-agent-talk/deck/icons/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2918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340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6233B"/>
          </a:solidFill>
          <a:ln/>
        </p:spPr>
      </p:sp>
      <p:sp>
        <p:nvSpPr>
          <p:cNvPr id="12" name="Shape 8"/>
          <p:cNvSpPr/>
          <p:nvPr/>
        </p:nvSpPr>
        <p:spPr>
          <a:xfrm>
            <a:off x="4599432" y="21945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/home/claude/dba-agent-talk/deck/icons/user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27" y="23847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3063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Approval-gated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changes; human approves each one in a workflow.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99432" y="4572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1"/>
          <p:cNvSpPr/>
          <p:nvPr/>
        </p:nvSpPr>
        <p:spPr>
          <a:xfrm>
            <a:off x="4599432" y="4572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HERE (2026)</a:t>
            </a:r>
            <a:endParaRPr lang="en-US" sz="1050" dirty="0"/>
          </a:p>
        </p:txBody>
      </p:sp>
      <p:pic>
        <p:nvPicPr>
          <p:cNvPr id="17" name="Image 3" descr="/home/claude/dba-agent-talk/deck/icons/arrowright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291840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3816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7FB"/>
          </a:solidFill>
          <a:ln/>
        </p:spPr>
      </p:sp>
      <p:sp>
        <p:nvSpPr>
          <p:cNvPr id="19" name="Shape 13"/>
          <p:cNvSpPr/>
          <p:nvPr/>
        </p:nvSpPr>
        <p:spPr>
          <a:xfrm>
            <a:off x="8394192" y="2194560"/>
            <a:ext cx="731520" cy="731520"/>
          </a:xfrm>
          <a:prstGeom prst="ellipse">
            <a:avLst/>
          </a:prstGeom>
          <a:solidFill>
            <a:srgbClr val="5A6B85"/>
          </a:solidFill>
          <a:ln/>
        </p:spPr>
      </p:sp>
      <p:pic>
        <p:nvPicPr>
          <p:cNvPr id="20" name="Image 4" descr="/home/claude/dba-agent-talk/deck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87" y="2384755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94192" y="3063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Autonomous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within bounds. Needs mature audit + rollback story.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8394192" y="4572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16"/>
          <p:cNvSpPr/>
          <p:nvPr/>
        </p:nvSpPr>
        <p:spPr>
          <a:xfrm>
            <a:off x="8394192" y="4572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53492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earns the next: you graduate on evidence (audit history), not enthusiasm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is where the industry is converging — draft-plus-approve fits existing change control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exists today for narrow, reversible actions — resist generalizing it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answers your security team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it access? 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VIEW SERVER STATE. Zero user data. Here's the GRANT statement.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51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change anything? 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path exists: permission floor + code allowlist. Here's safety.ts.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66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credentials live? 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MCP server's env — the model never sees a connection string.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what it did? 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logged, structured, shipped to the SIEM. It's just another principal.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model misbehaves? 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a weird SELECT via a read-only login. Blast radius is a bad query.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artifacts, not assurances: the GRANT, the allowlist, a log sample, and this deck.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this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233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dba-agent-talk/deck/icons/termin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140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· set passwords · docker compose up — blocking demo in 10 minutes, in a lab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090672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1" descr="/home/claude/dba-agent-talk/dec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32570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926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 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skill: your backup policy as a table + the exposure rule. Test it against a seeded gap.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4233672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4" name="Image 2" descr="/home/claude/dba-agent-talk/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40009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069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 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slide 36's artifacts to your security team. Stand up read-only against a non-prod estate.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5376672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8" name="Image 3" descr="/home/claude/dba-agent-talk/deck/icons/fl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54309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212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  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tool-call log into your SIEM. Add your second and third skills. Decide your level-2 approval workflow.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— tools, skills, demo scripts, this deck — is in the repo.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120640" cy="5120640"/>
          </a:xfrm>
          <a:prstGeom prst="ellipse">
            <a:avLst/>
          </a:prstGeom>
          <a:solidFill>
            <a:srgbClr val="22345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411480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4" name="Image 0" descr="/home/claude/dba-agent-talk/deck/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4210355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00362" y="4114800"/>
            <a:ext cx="20656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549640" y="4727448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7" name="Image 1" descr="/home/claude/dba-agent-talk/deck/icons/book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4823003"/>
            <a:ext cx="311810" cy="3118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00362" y="4727448"/>
            <a:ext cx="20656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549640" y="5340096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22345A"/>
          </a:solidFill>
          <a:ln/>
        </p:spPr>
      </p:sp>
      <p:pic>
        <p:nvPicPr>
          <p:cNvPr id="10" name="Image 2" descr="/home/claude/dba-agent-talk/deck/icons/wrench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5435651"/>
            <a:ext cx="311810" cy="3118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0362" y="5340096"/>
            <a:ext cx="20656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4008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give it eyes.</a:t>
            </a:r>
            <a:endParaRPr lang="en-US" sz="3600" dirty="0"/>
          </a:p>
        </p:txBody>
      </p:sp>
      <p:sp>
        <p:nvSpPr>
          <p:cNvPr id="13" name="Text 8"/>
          <p:cNvSpPr/>
          <p:nvPr/>
        </p:nvSpPr>
        <p:spPr>
          <a:xfrm>
            <a:off x="640080" y="1965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give it judgment.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640080" y="2697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keep you in charge.</a:t>
            </a:r>
            <a:endParaRPr lang="en-US" sz="3600" dirty="0"/>
          </a:p>
        </p:txBody>
      </p:sp>
      <p:sp>
        <p:nvSpPr>
          <p:cNvPr id="15" name="Shape 10"/>
          <p:cNvSpPr/>
          <p:nvPr/>
        </p:nvSpPr>
        <p:spPr>
          <a:xfrm>
            <a:off x="658368" y="3886200"/>
            <a:ext cx="3657600" cy="0"/>
          </a:xfrm>
          <a:prstGeom prst="line">
            <a:avLst/>
          </a:prstGeom>
          <a:noFill/>
          <a:ln w="25400">
            <a:solidFill>
              <a:srgbClr val="22345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114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github.com/nocentino/sql-mcp-server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nocentino.com — the blog post + the skills follow-up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Nocentino  ·  Principal Architect, Pure Storage  ·  Data Platform MVP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08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2026-08-18T17:59:58Z</dcterms:created>
  <dcterms:modified xsi:type="dcterms:W3CDTF">2026-08-18T17:59:58Z</dcterms:modified>
</cp:coreProperties>
</file>